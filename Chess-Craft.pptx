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4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01415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Chess Craft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5233360" y="2100064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fully-featured chess application built in C++ from scratch with a custom AI opponent (Chess Bot) , local &amp; online multiplayer via TCP sockets.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734991"/>
            <a:ext cx="6296860" cy="1228427"/>
          </a:xfrm>
          <a:prstGeom prst="roundRect">
            <a:avLst>
              <a:gd name="adj" fmla="val 6463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400268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3971230"/>
            <a:ext cx="5493605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AHMED MUSTAQIM TASIN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1701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233360" y="5176044"/>
            <a:ext cx="6296860" cy="680442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5460169" y="5365055"/>
            <a:ext cx="645282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Supervised by: Dr. Md. Nurul Ahad Tawhid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745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Chess?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145157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maps perfectly onto data structures and algorithms.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2061071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10¹²⁰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661475" y="2921000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Possible Games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3329682"/>
            <a:ext cx="30302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Shannon number - more than atoms in the observable universe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927972" y="2061071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8×8</a:t>
            </a:r>
            <a:endParaRPr lang="en-US" sz="4900" dirty="0"/>
          </a:p>
        </p:txBody>
      </p:sp>
      <p:sp>
        <p:nvSpPr>
          <p:cNvPr id="10" name="Text 7"/>
          <p:cNvSpPr/>
          <p:nvPr/>
        </p:nvSpPr>
        <p:spPr>
          <a:xfrm>
            <a:off x="3927972" y="2921000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Board Grid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927972" y="3329682"/>
            <a:ext cx="30303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squares, each storing piece state, a natural 2D array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4406999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4900" dirty="0"/>
          </a:p>
        </p:txBody>
      </p:sp>
      <p:sp>
        <p:nvSpPr>
          <p:cNvPr id="13" name="Text 10"/>
          <p:cNvSpPr/>
          <p:nvPr/>
        </p:nvSpPr>
        <p:spPr>
          <a:xfrm>
            <a:off x="661475" y="5266928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Piece Types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61475" y="5675610"/>
            <a:ext cx="30302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with distinct movement rules, ideal for OOP and rule engines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927972" y="4406999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50+</a:t>
            </a:r>
            <a:endParaRPr lang="en-US" sz="4900" dirty="0"/>
          </a:p>
        </p:txBody>
      </p:sp>
      <p:sp>
        <p:nvSpPr>
          <p:cNvPr id="16" name="Text 13"/>
          <p:cNvSpPr/>
          <p:nvPr/>
        </p:nvSpPr>
        <p:spPr>
          <a:xfrm>
            <a:off x="3927972" y="5266928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Special Cases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3927972" y="5675610"/>
            <a:ext cx="30303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Passant, Promotion, Three Fold Draw, Castling, etc.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07219"/>
            <a:ext cx="10868745" cy="56434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4394" y="3120635"/>
            <a:ext cx="1341196" cy="603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Overview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918707" y="1771862"/>
            <a:ext cx="2349775" cy="30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Boards &amp; Pieces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8707" y="2159477"/>
            <a:ext cx="2349775" cy="24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Structs the chessboard and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22962" y="1771862"/>
            <a:ext cx="2349775" cy="30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Move &amp; Game Logic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922962" y="2159477"/>
            <a:ext cx="2349775" cy="72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legal move and checks for game state and special cases.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8707" y="4282642"/>
            <a:ext cx="2349775" cy="30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Player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8707" y="4670258"/>
            <a:ext cx="2349775" cy="72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or the Chess Engine uses MiniMax to predict and win.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22962" y="4282642"/>
            <a:ext cx="2349775" cy="30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Multiplayer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22962" y="4670258"/>
            <a:ext cx="2349775" cy="482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&amp; Onlineusing TCP sockets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the Chess AI Thinks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4059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Minimax Algorithm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024882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explores a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tree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possible future moves, assuming the opponent plays optimally. It selects the move that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maximizes its advantage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minimizing the player's best response. Also, pruning for optimization.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12115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Board Evaluation Function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60543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board state is scored based on material balance, piece positioning, and control of key squares, giving the AI a sense of positional advantage.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57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Multiplayer: Local and Online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84400"/>
            <a:ext cx="3083344" cy="19056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32633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 Multiplayer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735016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players share the same machine. After each turn, the board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flips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the next player sees the board from their perspective 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2184400"/>
            <a:ext cx="3083443" cy="1905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432633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Online Multiplayer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4735016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 connect over the internet via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TCP sockets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Moves are serialized and transmitted between clients, keeping both game states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fully synchronized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real time.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74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You.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431528"/>
            <a:ext cx="6296860" cy="4369197"/>
          </a:xfrm>
          <a:prstGeom prst="roundRect">
            <a:avLst>
              <a:gd name="adj" fmla="val 181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1437878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162689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Language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03557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C++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9710" y="2527002"/>
            <a:ext cx="6284160" cy="1089124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2527002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1" name="Text 8"/>
          <p:cNvSpPr/>
          <p:nvPr/>
        </p:nvSpPr>
        <p:spPr>
          <a:xfrm>
            <a:off x="5428717" y="271601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/ Chess Engine Core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3124696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Minimax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9710" y="3616127"/>
            <a:ext cx="6284160" cy="1089124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361612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5" name="Text 12"/>
          <p:cNvSpPr/>
          <p:nvPr/>
        </p:nvSpPr>
        <p:spPr>
          <a:xfrm>
            <a:off x="5428717" y="380513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Networking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8717" y="421382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 Sockets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239710" y="4705251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8" name="Shape 15"/>
          <p:cNvSpPr/>
          <p:nvPr/>
        </p:nvSpPr>
        <p:spPr>
          <a:xfrm>
            <a:off x="5239710" y="470525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9" name="Text 16"/>
          <p:cNvSpPr/>
          <p:nvPr/>
        </p:nvSpPr>
        <p:spPr>
          <a:xfrm>
            <a:off x="5428717" y="489426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Graphics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5428717" y="5302945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Raylib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233360" y="6013351"/>
            <a:ext cx="254380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6765" y="6070005"/>
            <a:ext cx="292658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AHMED MUSTAQTIM TASIN · 1701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326</Words>
  <Application>Microsoft Office PowerPoint</Application>
  <PresentationFormat>Widescreen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Inter</vt:lpstr>
      <vt:lpstr>Consolas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3</cp:revision>
  <dcterms:created xsi:type="dcterms:W3CDTF">2026-09-23T20:24:26Z</dcterms:created>
  <dcterms:modified xsi:type="dcterms:W3CDTF">2026-09-23T20:30:58Z</dcterms:modified>
</cp:coreProperties>
</file>